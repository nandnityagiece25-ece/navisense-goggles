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413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 /><Relationship Id="rId2" Type="http://schemas.microsoft.com/office/2011/relationships/chartColorStyle" Target="colors1.xml" /><Relationship Id="rId1" Type="http://schemas.microsoft.com/office/2011/relationships/chartStyle" Target="style1.xml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2F9DD0-4819-4F16-A2D5-0D49480EFCFA}" type="doc">
      <dgm:prSet loTypeId="urn:microsoft.com/office/officeart/2008/layout/AlternatingHexagons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C60510A-B4DF-4DE1-BA03-57604CC9A786}">
      <dgm:prSet phldrT="[Text]" phldr="0"/>
      <dgm:spPr/>
      <dgm:t>
        <a:bodyPr/>
        <a:lstStyle/>
        <a:p>
          <a:r>
            <a:rPr lang="en-US" dirty="0"/>
            <a:t>GO both hands free</a:t>
          </a:r>
          <a:endParaRPr lang="en-IN" dirty="0"/>
        </a:p>
      </dgm:t>
    </dgm:pt>
    <dgm:pt modelId="{B2F2139E-B530-4154-9404-EF10F52D9767}" type="parTrans" cxnId="{E62F65C5-C8E8-45D1-8097-6B2263F82546}">
      <dgm:prSet/>
      <dgm:spPr/>
      <dgm:t>
        <a:bodyPr/>
        <a:lstStyle/>
        <a:p>
          <a:endParaRPr lang="en-IN"/>
        </a:p>
      </dgm:t>
    </dgm:pt>
    <dgm:pt modelId="{136D2D68-5F79-4D68-B814-69686DB24989}" type="sibTrans" cxnId="{E62F65C5-C8E8-45D1-8097-6B2263F82546}">
      <dgm:prSet/>
      <dgm:spPr/>
      <dgm:t>
        <a:bodyPr/>
        <a:lstStyle/>
        <a:p>
          <a:endParaRPr lang="en-IN"/>
        </a:p>
      </dgm:t>
    </dgm:pt>
    <dgm:pt modelId="{BCB06FEC-8C63-4ED3-AA79-B4301BD19459}">
      <dgm:prSet phldrT="[Text]" phldr="0"/>
      <dgm:spPr/>
      <dgm:t>
        <a:bodyPr/>
        <a:lstStyle/>
        <a:p>
          <a:r>
            <a:rPr lang="en-US" dirty="0"/>
            <a:t>NIGHT AND DAY</a:t>
          </a:r>
          <a:endParaRPr lang="en-IN" dirty="0"/>
        </a:p>
      </dgm:t>
    </dgm:pt>
    <dgm:pt modelId="{53122039-C772-4413-83C9-366DFCCD4CF3}" type="parTrans" cxnId="{8D371C36-386A-43B5-AF71-E018720782ED}">
      <dgm:prSet/>
      <dgm:spPr/>
      <dgm:t>
        <a:bodyPr/>
        <a:lstStyle/>
        <a:p>
          <a:endParaRPr lang="en-IN"/>
        </a:p>
      </dgm:t>
    </dgm:pt>
    <dgm:pt modelId="{2E143600-6EE2-4F38-A9F1-ED19B41B9267}" type="sibTrans" cxnId="{8D371C36-386A-43B5-AF71-E018720782ED}">
      <dgm:prSet/>
      <dgm:spPr/>
      <dgm:t>
        <a:bodyPr/>
        <a:lstStyle/>
        <a:p>
          <a:endParaRPr lang="en-IN"/>
        </a:p>
      </dgm:t>
    </dgm:pt>
    <dgm:pt modelId="{C82CA2F1-DBE2-4FAA-ADB8-3875BBEBB515}">
      <dgm:prSet phldrT="[Text]" phldr="1"/>
      <dgm:spPr/>
      <dgm:t>
        <a:bodyPr/>
        <a:lstStyle/>
        <a:p>
          <a:endParaRPr lang="en-IN" dirty="0"/>
        </a:p>
      </dgm:t>
    </dgm:pt>
    <dgm:pt modelId="{D58C1436-0814-4D65-872F-26DA44509CF3}" type="parTrans" cxnId="{3D42AF2A-7FD7-422B-8378-AF1C48F8E879}">
      <dgm:prSet/>
      <dgm:spPr/>
      <dgm:t>
        <a:bodyPr/>
        <a:lstStyle/>
        <a:p>
          <a:endParaRPr lang="en-IN"/>
        </a:p>
      </dgm:t>
    </dgm:pt>
    <dgm:pt modelId="{6A5EC401-E6A8-4AF3-87A3-2BBF3C3DE9BA}" type="sibTrans" cxnId="{3D42AF2A-7FD7-422B-8378-AF1C48F8E879}">
      <dgm:prSet/>
      <dgm:spPr/>
      <dgm:t>
        <a:bodyPr/>
        <a:lstStyle/>
        <a:p>
          <a:endParaRPr lang="en-IN"/>
        </a:p>
      </dgm:t>
    </dgm:pt>
    <dgm:pt modelId="{4FAD41D3-5272-4310-8503-7834D5CB0549}">
      <dgm:prSet phldrT="[Text]" phldr="0"/>
      <dgm:spPr/>
      <dgm:t>
        <a:bodyPr/>
        <a:lstStyle/>
        <a:p>
          <a:r>
            <a:rPr lang="en-US" dirty="0"/>
            <a:t>Both hands free</a:t>
          </a:r>
          <a:endParaRPr lang="en-IN" dirty="0"/>
        </a:p>
      </dgm:t>
    </dgm:pt>
    <dgm:pt modelId="{D4670A53-9CAB-4278-933A-CA59E08F3445}" type="parTrans" cxnId="{262849EB-E807-4235-9C3D-D186EA84C87B}">
      <dgm:prSet/>
      <dgm:spPr/>
      <dgm:t>
        <a:bodyPr/>
        <a:lstStyle/>
        <a:p>
          <a:endParaRPr lang="en-IN"/>
        </a:p>
      </dgm:t>
    </dgm:pt>
    <dgm:pt modelId="{F6B3BD80-B797-49B6-9BB1-67A89255E6B7}" type="sibTrans" cxnId="{262849EB-E807-4235-9C3D-D186EA84C87B}">
      <dgm:prSet/>
      <dgm:spPr/>
      <dgm:t>
        <a:bodyPr/>
        <a:lstStyle/>
        <a:p>
          <a:endParaRPr lang="en-IN"/>
        </a:p>
      </dgm:t>
    </dgm:pt>
    <dgm:pt modelId="{47D5DD54-E76E-469A-AB2F-38E1890FD63D}">
      <dgm:prSet phldrT="[Text]" phldr="1"/>
      <dgm:spPr/>
      <dgm:t>
        <a:bodyPr/>
        <a:lstStyle/>
        <a:p>
          <a:endParaRPr lang="en-IN" dirty="0"/>
        </a:p>
      </dgm:t>
    </dgm:pt>
    <dgm:pt modelId="{0D82CE20-DD28-4ECF-A862-432EAA75CC22}" type="parTrans" cxnId="{57A6EB8D-E10D-47CA-A556-4F8985C07417}">
      <dgm:prSet/>
      <dgm:spPr/>
      <dgm:t>
        <a:bodyPr/>
        <a:lstStyle/>
        <a:p>
          <a:endParaRPr lang="en-IN"/>
        </a:p>
      </dgm:t>
    </dgm:pt>
    <dgm:pt modelId="{7B213FDE-7989-4542-AB1C-DE1D9C12E060}" type="sibTrans" cxnId="{57A6EB8D-E10D-47CA-A556-4F8985C07417}">
      <dgm:prSet/>
      <dgm:spPr/>
      <dgm:t>
        <a:bodyPr/>
        <a:lstStyle/>
        <a:p>
          <a:endParaRPr lang="en-IN"/>
        </a:p>
      </dgm:t>
    </dgm:pt>
    <dgm:pt modelId="{DFB751B4-5D06-41BA-A19A-1DAC5EB68BAA}" type="pres">
      <dgm:prSet presAssocID="{232F9DD0-4819-4F16-A2D5-0D49480EFCFA}" presName="Name0" presStyleCnt="0">
        <dgm:presLayoutVars>
          <dgm:chMax/>
          <dgm:chPref/>
          <dgm:dir/>
          <dgm:animLvl val="lvl"/>
        </dgm:presLayoutVars>
      </dgm:prSet>
      <dgm:spPr/>
    </dgm:pt>
    <dgm:pt modelId="{CA8DFAED-3EE7-4654-A47A-679492A30FAD}" type="pres">
      <dgm:prSet presAssocID="{FC60510A-B4DF-4DE1-BA03-57604CC9A786}" presName="composite" presStyleCnt="0"/>
      <dgm:spPr/>
    </dgm:pt>
    <dgm:pt modelId="{CC890E9C-2F44-4DA9-9135-47313320FA8E}" type="pres">
      <dgm:prSet presAssocID="{FC60510A-B4DF-4DE1-BA03-57604CC9A786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A3658BBB-BF73-4479-8AD8-D6A6D576482F}" type="pres">
      <dgm:prSet presAssocID="{FC60510A-B4DF-4DE1-BA03-57604CC9A786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23908964-7994-4699-BF01-7E194437C138}" type="pres">
      <dgm:prSet presAssocID="{FC60510A-B4DF-4DE1-BA03-57604CC9A786}" presName="BalanceSpacing" presStyleCnt="0"/>
      <dgm:spPr/>
    </dgm:pt>
    <dgm:pt modelId="{4D6329AD-ED39-48E0-A57B-20042D762E7D}" type="pres">
      <dgm:prSet presAssocID="{FC60510A-B4DF-4DE1-BA03-57604CC9A786}" presName="BalanceSpacing1" presStyleCnt="0"/>
      <dgm:spPr/>
    </dgm:pt>
    <dgm:pt modelId="{BAB9E1AD-200D-4CE8-B4D2-53C2D77AB713}" type="pres">
      <dgm:prSet presAssocID="{136D2D68-5F79-4D68-B814-69686DB24989}" presName="Accent1Text" presStyleLbl="node1" presStyleIdx="1" presStyleCnt="6"/>
      <dgm:spPr/>
    </dgm:pt>
    <dgm:pt modelId="{448FA5A4-A8B4-473C-B5A1-A4F5F9AA1E4D}" type="pres">
      <dgm:prSet presAssocID="{136D2D68-5F79-4D68-B814-69686DB24989}" presName="spaceBetweenRectangles" presStyleCnt="0"/>
      <dgm:spPr/>
    </dgm:pt>
    <dgm:pt modelId="{F0655FAC-13D8-4D87-BD52-BA07473640DA}" type="pres">
      <dgm:prSet presAssocID="{BCB06FEC-8C63-4ED3-AA79-B4301BD19459}" presName="composite" presStyleCnt="0"/>
      <dgm:spPr/>
    </dgm:pt>
    <dgm:pt modelId="{607ED704-EFB1-4915-8047-D91ADC7D8671}" type="pres">
      <dgm:prSet presAssocID="{BCB06FEC-8C63-4ED3-AA79-B4301BD19459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1429EBCA-C5F4-4009-89C0-02018748ABB7}" type="pres">
      <dgm:prSet presAssocID="{BCB06FEC-8C63-4ED3-AA79-B4301BD19459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18D8A8BE-EF82-45A4-9E40-6AABD0EE54DC}" type="pres">
      <dgm:prSet presAssocID="{BCB06FEC-8C63-4ED3-AA79-B4301BD19459}" presName="BalanceSpacing" presStyleCnt="0"/>
      <dgm:spPr/>
    </dgm:pt>
    <dgm:pt modelId="{0E9759A4-43C2-402B-A271-507DBCC543A0}" type="pres">
      <dgm:prSet presAssocID="{BCB06FEC-8C63-4ED3-AA79-B4301BD19459}" presName="BalanceSpacing1" presStyleCnt="0"/>
      <dgm:spPr/>
    </dgm:pt>
    <dgm:pt modelId="{C38C29A2-ABF5-4489-875C-50FCA90CA63F}" type="pres">
      <dgm:prSet presAssocID="{2E143600-6EE2-4F38-A9F1-ED19B41B9267}" presName="Accent1Text" presStyleLbl="node1" presStyleIdx="3" presStyleCnt="6"/>
      <dgm:spPr/>
    </dgm:pt>
    <dgm:pt modelId="{9FB08A9C-2DEA-4E7F-81FD-279532EDFC98}" type="pres">
      <dgm:prSet presAssocID="{2E143600-6EE2-4F38-A9F1-ED19B41B9267}" presName="spaceBetweenRectangles" presStyleCnt="0"/>
      <dgm:spPr/>
    </dgm:pt>
    <dgm:pt modelId="{D64AC3F2-D618-4E32-B152-3D9BA8DE4CF7}" type="pres">
      <dgm:prSet presAssocID="{4FAD41D3-5272-4310-8503-7834D5CB0549}" presName="composite" presStyleCnt="0"/>
      <dgm:spPr/>
    </dgm:pt>
    <dgm:pt modelId="{54917053-B98F-489F-8BAD-262069F35107}" type="pres">
      <dgm:prSet presAssocID="{4FAD41D3-5272-4310-8503-7834D5CB0549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6AC3655E-DC11-4D0A-B0AC-DC1D6E2C70E2}" type="pres">
      <dgm:prSet presAssocID="{4FAD41D3-5272-4310-8503-7834D5CB0549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23CDCABD-E3DB-4670-B191-D715ED3A2737}" type="pres">
      <dgm:prSet presAssocID="{4FAD41D3-5272-4310-8503-7834D5CB0549}" presName="BalanceSpacing" presStyleCnt="0"/>
      <dgm:spPr/>
    </dgm:pt>
    <dgm:pt modelId="{BF1BD4A5-BF4A-4288-BF15-4734A2CC25D0}" type="pres">
      <dgm:prSet presAssocID="{4FAD41D3-5272-4310-8503-7834D5CB0549}" presName="BalanceSpacing1" presStyleCnt="0"/>
      <dgm:spPr/>
    </dgm:pt>
    <dgm:pt modelId="{A5635C56-ED11-470D-96CA-C47F1D0E7930}" type="pres">
      <dgm:prSet presAssocID="{F6B3BD80-B797-49B6-9BB1-67A89255E6B7}" presName="Accent1Text" presStyleLbl="node1" presStyleIdx="5" presStyleCnt="6" custLinFactNeighborX="-50805" custLinFactNeighborY="-85004"/>
      <dgm:spPr/>
    </dgm:pt>
  </dgm:ptLst>
  <dgm:cxnLst>
    <dgm:cxn modelId="{C7696902-A82C-4D40-BEAC-CFCAF63E8133}" type="presOf" srcId="{F6B3BD80-B797-49B6-9BB1-67A89255E6B7}" destId="{A5635C56-ED11-470D-96CA-C47F1D0E7930}" srcOrd="0" destOrd="0" presId="urn:microsoft.com/office/officeart/2008/layout/AlternatingHexagons"/>
    <dgm:cxn modelId="{3D42AF2A-7FD7-422B-8378-AF1C48F8E879}" srcId="{BCB06FEC-8C63-4ED3-AA79-B4301BD19459}" destId="{C82CA2F1-DBE2-4FAA-ADB8-3875BBEBB515}" srcOrd="0" destOrd="0" parTransId="{D58C1436-0814-4D65-872F-26DA44509CF3}" sibTransId="{6A5EC401-E6A8-4AF3-87A3-2BBF3C3DE9BA}"/>
    <dgm:cxn modelId="{6A770F32-0E96-44D0-8FC2-83632D835F6A}" type="presOf" srcId="{232F9DD0-4819-4F16-A2D5-0D49480EFCFA}" destId="{DFB751B4-5D06-41BA-A19A-1DAC5EB68BAA}" srcOrd="0" destOrd="0" presId="urn:microsoft.com/office/officeart/2008/layout/AlternatingHexagons"/>
    <dgm:cxn modelId="{8D371C36-386A-43B5-AF71-E018720782ED}" srcId="{232F9DD0-4819-4F16-A2D5-0D49480EFCFA}" destId="{BCB06FEC-8C63-4ED3-AA79-B4301BD19459}" srcOrd="1" destOrd="0" parTransId="{53122039-C772-4413-83C9-366DFCCD4CF3}" sibTransId="{2E143600-6EE2-4F38-A9F1-ED19B41B9267}"/>
    <dgm:cxn modelId="{37F9E54B-ED8B-4C44-B191-972FB86F1CE2}" type="presOf" srcId="{2E143600-6EE2-4F38-A9F1-ED19B41B9267}" destId="{C38C29A2-ABF5-4489-875C-50FCA90CA63F}" srcOrd="0" destOrd="0" presId="urn:microsoft.com/office/officeart/2008/layout/AlternatingHexagons"/>
    <dgm:cxn modelId="{81D48973-AC2C-443D-8054-7A763C6488C0}" type="presOf" srcId="{FC60510A-B4DF-4DE1-BA03-57604CC9A786}" destId="{CC890E9C-2F44-4DA9-9135-47313320FA8E}" srcOrd="0" destOrd="0" presId="urn:microsoft.com/office/officeart/2008/layout/AlternatingHexagons"/>
    <dgm:cxn modelId="{094A8254-CD51-4932-B2F9-DA58944E8901}" type="presOf" srcId="{136D2D68-5F79-4D68-B814-69686DB24989}" destId="{BAB9E1AD-200D-4CE8-B4D2-53C2D77AB713}" srcOrd="0" destOrd="0" presId="urn:microsoft.com/office/officeart/2008/layout/AlternatingHexagons"/>
    <dgm:cxn modelId="{AF7C575A-2417-403E-BF43-05991416FC42}" type="presOf" srcId="{4FAD41D3-5272-4310-8503-7834D5CB0549}" destId="{54917053-B98F-489F-8BAD-262069F35107}" srcOrd="0" destOrd="0" presId="urn:microsoft.com/office/officeart/2008/layout/AlternatingHexagons"/>
    <dgm:cxn modelId="{57A6EB8D-E10D-47CA-A556-4F8985C07417}" srcId="{4FAD41D3-5272-4310-8503-7834D5CB0549}" destId="{47D5DD54-E76E-469A-AB2F-38E1890FD63D}" srcOrd="0" destOrd="0" parTransId="{0D82CE20-DD28-4ECF-A862-432EAA75CC22}" sibTransId="{7B213FDE-7989-4542-AB1C-DE1D9C12E060}"/>
    <dgm:cxn modelId="{B8F821A8-2C2C-4AE9-9804-E82A8A705638}" type="presOf" srcId="{C82CA2F1-DBE2-4FAA-ADB8-3875BBEBB515}" destId="{1429EBCA-C5F4-4009-89C0-02018748ABB7}" srcOrd="0" destOrd="0" presId="urn:microsoft.com/office/officeart/2008/layout/AlternatingHexagons"/>
    <dgm:cxn modelId="{BD1A97B3-4054-4DDE-905A-28D83CD91808}" type="presOf" srcId="{BCB06FEC-8C63-4ED3-AA79-B4301BD19459}" destId="{607ED704-EFB1-4915-8047-D91ADC7D8671}" srcOrd="0" destOrd="0" presId="urn:microsoft.com/office/officeart/2008/layout/AlternatingHexagons"/>
    <dgm:cxn modelId="{E62F65C5-C8E8-45D1-8097-6B2263F82546}" srcId="{232F9DD0-4819-4F16-A2D5-0D49480EFCFA}" destId="{FC60510A-B4DF-4DE1-BA03-57604CC9A786}" srcOrd="0" destOrd="0" parTransId="{B2F2139E-B530-4154-9404-EF10F52D9767}" sibTransId="{136D2D68-5F79-4D68-B814-69686DB24989}"/>
    <dgm:cxn modelId="{262849EB-E807-4235-9C3D-D186EA84C87B}" srcId="{232F9DD0-4819-4F16-A2D5-0D49480EFCFA}" destId="{4FAD41D3-5272-4310-8503-7834D5CB0549}" srcOrd="2" destOrd="0" parTransId="{D4670A53-9CAB-4278-933A-CA59E08F3445}" sibTransId="{F6B3BD80-B797-49B6-9BB1-67A89255E6B7}"/>
    <dgm:cxn modelId="{177523FF-16F1-4DB1-ACFF-265904C6B194}" type="presOf" srcId="{47D5DD54-E76E-469A-AB2F-38E1890FD63D}" destId="{6AC3655E-DC11-4D0A-B0AC-DC1D6E2C70E2}" srcOrd="0" destOrd="0" presId="urn:microsoft.com/office/officeart/2008/layout/AlternatingHexagons"/>
    <dgm:cxn modelId="{E16660AA-3B61-4529-93FD-7A3EA8D3157B}" type="presParOf" srcId="{DFB751B4-5D06-41BA-A19A-1DAC5EB68BAA}" destId="{CA8DFAED-3EE7-4654-A47A-679492A30FAD}" srcOrd="0" destOrd="0" presId="urn:microsoft.com/office/officeart/2008/layout/AlternatingHexagons"/>
    <dgm:cxn modelId="{B2585937-A2A2-4FF2-8D79-EB9E31F7BFEC}" type="presParOf" srcId="{CA8DFAED-3EE7-4654-A47A-679492A30FAD}" destId="{CC890E9C-2F44-4DA9-9135-47313320FA8E}" srcOrd="0" destOrd="0" presId="urn:microsoft.com/office/officeart/2008/layout/AlternatingHexagons"/>
    <dgm:cxn modelId="{6E1F45FF-99EC-4E7B-838A-F34F3B89AC7F}" type="presParOf" srcId="{CA8DFAED-3EE7-4654-A47A-679492A30FAD}" destId="{A3658BBB-BF73-4479-8AD8-D6A6D576482F}" srcOrd="1" destOrd="0" presId="urn:microsoft.com/office/officeart/2008/layout/AlternatingHexagons"/>
    <dgm:cxn modelId="{CFA3905D-9F74-4AB1-91FD-2E5FB766880E}" type="presParOf" srcId="{CA8DFAED-3EE7-4654-A47A-679492A30FAD}" destId="{23908964-7994-4699-BF01-7E194437C138}" srcOrd="2" destOrd="0" presId="urn:microsoft.com/office/officeart/2008/layout/AlternatingHexagons"/>
    <dgm:cxn modelId="{792F60E9-8264-4E05-9ABE-D806404251B0}" type="presParOf" srcId="{CA8DFAED-3EE7-4654-A47A-679492A30FAD}" destId="{4D6329AD-ED39-48E0-A57B-20042D762E7D}" srcOrd="3" destOrd="0" presId="urn:microsoft.com/office/officeart/2008/layout/AlternatingHexagons"/>
    <dgm:cxn modelId="{4F055490-0544-47EF-87AA-85F3FFCCB983}" type="presParOf" srcId="{CA8DFAED-3EE7-4654-A47A-679492A30FAD}" destId="{BAB9E1AD-200D-4CE8-B4D2-53C2D77AB713}" srcOrd="4" destOrd="0" presId="urn:microsoft.com/office/officeart/2008/layout/AlternatingHexagons"/>
    <dgm:cxn modelId="{B12261CB-5FED-4DA1-9CF0-F9DF0DC6BE21}" type="presParOf" srcId="{DFB751B4-5D06-41BA-A19A-1DAC5EB68BAA}" destId="{448FA5A4-A8B4-473C-B5A1-A4F5F9AA1E4D}" srcOrd="1" destOrd="0" presId="urn:microsoft.com/office/officeart/2008/layout/AlternatingHexagons"/>
    <dgm:cxn modelId="{98BB052D-723D-4FFB-8E54-D5CEDEFB53B4}" type="presParOf" srcId="{DFB751B4-5D06-41BA-A19A-1DAC5EB68BAA}" destId="{F0655FAC-13D8-4D87-BD52-BA07473640DA}" srcOrd="2" destOrd="0" presId="urn:microsoft.com/office/officeart/2008/layout/AlternatingHexagons"/>
    <dgm:cxn modelId="{8CD4F61F-13CD-4AF2-B1E7-B514B9577976}" type="presParOf" srcId="{F0655FAC-13D8-4D87-BD52-BA07473640DA}" destId="{607ED704-EFB1-4915-8047-D91ADC7D8671}" srcOrd="0" destOrd="0" presId="urn:microsoft.com/office/officeart/2008/layout/AlternatingHexagons"/>
    <dgm:cxn modelId="{D8F00A17-612D-4EDA-997F-23FD1B5F916B}" type="presParOf" srcId="{F0655FAC-13D8-4D87-BD52-BA07473640DA}" destId="{1429EBCA-C5F4-4009-89C0-02018748ABB7}" srcOrd="1" destOrd="0" presId="urn:microsoft.com/office/officeart/2008/layout/AlternatingHexagons"/>
    <dgm:cxn modelId="{B33DF004-46D5-4626-BBE4-C6456D4EAB99}" type="presParOf" srcId="{F0655FAC-13D8-4D87-BD52-BA07473640DA}" destId="{18D8A8BE-EF82-45A4-9E40-6AABD0EE54DC}" srcOrd="2" destOrd="0" presId="urn:microsoft.com/office/officeart/2008/layout/AlternatingHexagons"/>
    <dgm:cxn modelId="{C02F1999-7CE7-49E6-8CF2-8B1B8D93DF00}" type="presParOf" srcId="{F0655FAC-13D8-4D87-BD52-BA07473640DA}" destId="{0E9759A4-43C2-402B-A271-507DBCC543A0}" srcOrd="3" destOrd="0" presId="urn:microsoft.com/office/officeart/2008/layout/AlternatingHexagons"/>
    <dgm:cxn modelId="{937F8590-8BAE-43F3-9D16-DDFDD4196CD0}" type="presParOf" srcId="{F0655FAC-13D8-4D87-BD52-BA07473640DA}" destId="{C38C29A2-ABF5-4489-875C-50FCA90CA63F}" srcOrd="4" destOrd="0" presId="urn:microsoft.com/office/officeart/2008/layout/AlternatingHexagons"/>
    <dgm:cxn modelId="{7A5DF972-B972-468F-A8B8-5D82F3ED4B5D}" type="presParOf" srcId="{DFB751B4-5D06-41BA-A19A-1DAC5EB68BAA}" destId="{9FB08A9C-2DEA-4E7F-81FD-279532EDFC98}" srcOrd="3" destOrd="0" presId="urn:microsoft.com/office/officeart/2008/layout/AlternatingHexagons"/>
    <dgm:cxn modelId="{DF02B093-14FE-4BA8-8EF7-EDD4CF7B53E1}" type="presParOf" srcId="{DFB751B4-5D06-41BA-A19A-1DAC5EB68BAA}" destId="{D64AC3F2-D618-4E32-B152-3D9BA8DE4CF7}" srcOrd="4" destOrd="0" presId="urn:microsoft.com/office/officeart/2008/layout/AlternatingHexagons"/>
    <dgm:cxn modelId="{B427DAB4-5C49-4579-A647-EC2B4C44BB7C}" type="presParOf" srcId="{D64AC3F2-D618-4E32-B152-3D9BA8DE4CF7}" destId="{54917053-B98F-489F-8BAD-262069F35107}" srcOrd="0" destOrd="0" presId="urn:microsoft.com/office/officeart/2008/layout/AlternatingHexagons"/>
    <dgm:cxn modelId="{50180B91-54D5-4423-AC18-4FA7040D7A17}" type="presParOf" srcId="{D64AC3F2-D618-4E32-B152-3D9BA8DE4CF7}" destId="{6AC3655E-DC11-4D0A-B0AC-DC1D6E2C70E2}" srcOrd="1" destOrd="0" presId="urn:microsoft.com/office/officeart/2008/layout/AlternatingHexagons"/>
    <dgm:cxn modelId="{01A9792A-5640-47F1-A124-77B19B9D5E8B}" type="presParOf" srcId="{D64AC3F2-D618-4E32-B152-3D9BA8DE4CF7}" destId="{23CDCABD-E3DB-4670-B191-D715ED3A2737}" srcOrd="2" destOrd="0" presId="urn:microsoft.com/office/officeart/2008/layout/AlternatingHexagons"/>
    <dgm:cxn modelId="{7E58A7D1-6B45-47CA-9EBB-838437582278}" type="presParOf" srcId="{D64AC3F2-D618-4E32-B152-3D9BA8DE4CF7}" destId="{BF1BD4A5-BF4A-4288-BF15-4734A2CC25D0}" srcOrd="3" destOrd="0" presId="urn:microsoft.com/office/officeart/2008/layout/AlternatingHexagons"/>
    <dgm:cxn modelId="{9D0C8F4B-BD8A-44CA-8964-EDBA48200FC9}" type="presParOf" srcId="{D64AC3F2-D618-4E32-B152-3D9BA8DE4CF7}" destId="{A5635C56-ED11-470D-96CA-C47F1D0E7930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C5F1D2-9CF8-415D-BBDD-5AC420E47EA0}" type="doc">
      <dgm:prSet loTypeId="urn:microsoft.com/office/officeart/2005/8/layout/chart3" loCatId="cycle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10DA8C8-FB1C-432A-9C57-AFF90EE276FF}">
      <dgm:prSet phldrT="[Text]" phldr="0"/>
      <dgm:spPr/>
      <dgm:t>
        <a:bodyPr/>
        <a:lstStyle/>
        <a:p>
          <a:r>
            <a:rPr lang="en-US" dirty="0"/>
            <a:t>12+hours operation</a:t>
          </a:r>
          <a:endParaRPr lang="en-IN" dirty="0"/>
        </a:p>
      </dgm:t>
    </dgm:pt>
    <dgm:pt modelId="{6A4F327C-EA5D-4D97-986E-A3B14F1EFC0A}" type="parTrans" cxnId="{80F8161A-F83D-434D-80DD-758FAD59B65E}">
      <dgm:prSet/>
      <dgm:spPr/>
      <dgm:t>
        <a:bodyPr/>
        <a:lstStyle/>
        <a:p>
          <a:endParaRPr lang="en-IN"/>
        </a:p>
      </dgm:t>
    </dgm:pt>
    <dgm:pt modelId="{8E1519C2-8CB1-4778-9DC8-5022BC808666}" type="sibTrans" cxnId="{80F8161A-F83D-434D-80DD-758FAD59B65E}">
      <dgm:prSet/>
      <dgm:spPr/>
      <dgm:t>
        <a:bodyPr/>
        <a:lstStyle/>
        <a:p>
          <a:endParaRPr lang="en-IN"/>
        </a:p>
      </dgm:t>
    </dgm:pt>
    <dgm:pt modelId="{F4A651A8-A746-4B18-83F9-A0B59036E706}">
      <dgm:prSet phldrT="[Text]" phldr="0"/>
      <dgm:spPr/>
      <dgm:t>
        <a:bodyPr/>
        <a:lstStyle/>
        <a:p>
          <a:r>
            <a:rPr lang="en-US" dirty="0"/>
            <a:t>Solar charging</a:t>
          </a:r>
          <a:endParaRPr lang="en-IN" dirty="0"/>
        </a:p>
      </dgm:t>
    </dgm:pt>
    <dgm:pt modelId="{6523B86C-E09A-4A57-B5E0-032E9CE36761}" type="parTrans" cxnId="{A184CFC3-0475-49C7-B3F3-1D0284864C2F}">
      <dgm:prSet/>
      <dgm:spPr/>
      <dgm:t>
        <a:bodyPr/>
        <a:lstStyle/>
        <a:p>
          <a:endParaRPr lang="en-IN"/>
        </a:p>
      </dgm:t>
    </dgm:pt>
    <dgm:pt modelId="{281510CD-8BF7-4D1A-AF6A-2B357C7C41C8}" type="sibTrans" cxnId="{A184CFC3-0475-49C7-B3F3-1D0284864C2F}">
      <dgm:prSet/>
      <dgm:spPr/>
      <dgm:t>
        <a:bodyPr/>
        <a:lstStyle/>
        <a:p>
          <a:endParaRPr lang="en-IN"/>
        </a:p>
      </dgm:t>
    </dgm:pt>
    <dgm:pt modelId="{EFB62116-7A12-43AF-9DC7-B4F755030DDE}">
      <dgm:prSet phldrT="[Text]" phldr="0"/>
      <dgm:spPr/>
      <dgm:t>
        <a:bodyPr/>
        <a:lstStyle/>
        <a:p>
          <a:r>
            <a:rPr lang="en-US" dirty="0"/>
            <a:t>AI for better accuracy</a:t>
          </a:r>
          <a:endParaRPr lang="en-IN" dirty="0"/>
        </a:p>
      </dgm:t>
    </dgm:pt>
    <dgm:pt modelId="{F3D13DB9-74EA-4DC4-B2C3-7E18D89B3C30}" type="parTrans" cxnId="{8FFA01FB-3434-426A-8A22-B2C9C9EAC565}">
      <dgm:prSet/>
      <dgm:spPr/>
      <dgm:t>
        <a:bodyPr/>
        <a:lstStyle/>
        <a:p>
          <a:endParaRPr lang="en-IN"/>
        </a:p>
      </dgm:t>
    </dgm:pt>
    <dgm:pt modelId="{BD7D18A0-F2FC-42C5-B801-E6255F17DAAE}" type="sibTrans" cxnId="{8FFA01FB-3434-426A-8A22-B2C9C9EAC565}">
      <dgm:prSet/>
      <dgm:spPr/>
      <dgm:t>
        <a:bodyPr/>
        <a:lstStyle/>
        <a:p>
          <a:endParaRPr lang="en-IN"/>
        </a:p>
      </dgm:t>
    </dgm:pt>
    <dgm:pt modelId="{8E748675-F4A5-4AE0-84F2-0D8BBBAD1717}" type="pres">
      <dgm:prSet presAssocID="{2AC5F1D2-9CF8-415D-BBDD-5AC420E47EA0}" presName="compositeShape" presStyleCnt="0">
        <dgm:presLayoutVars>
          <dgm:chMax val="7"/>
          <dgm:dir/>
          <dgm:resizeHandles val="exact"/>
        </dgm:presLayoutVars>
      </dgm:prSet>
      <dgm:spPr/>
    </dgm:pt>
    <dgm:pt modelId="{8408CE8B-55B5-42D8-A0C7-CE3BE1E563EE}" type="pres">
      <dgm:prSet presAssocID="{2AC5F1D2-9CF8-415D-BBDD-5AC420E47EA0}" presName="wedge1" presStyleLbl="node1" presStyleIdx="0" presStyleCnt="3"/>
      <dgm:spPr/>
    </dgm:pt>
    <dgm:pt modelId="{C11EB0DE-6521-4AB4-B4E8-AA58109CBD83}" type="pres">
      <dgm:prSet presAssocID="{2AC5F1D2-9CF8-415D-BBDD-5AC420E47EA0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3F55EE7F-31D1-4716-A7ED-61AD4DB6C3D5}" type="pres">
      <dgm:prSet presAssocID="{2AC5F1D2-9CF8-415D-BBDD-5AC420E47EA0}" presName="wedge2" presStyleLbl="node1" presStyleIdx="1" presStyleCnt="3"/>
      <dgm:spPr/>
    </dgm:pt>
    <dgm:pt modelId="{7C46B882-C812-4802-B66D-97576B93814A}" type="pres">
      <dgm:prSet presAssocID="{2AC5F1D2-9CF8-415D-BBDD-5AC420E47EA0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705BDC34-E477-41B3-AFFA-13E7AF311CCA}" type="pres">
      <dgm:prSet presAssocID="{2AC5F1D2-9CF8-415D-BBDD-5AC420E47EA0}" presName="wedge3" presStyleLbl="node1" presStyleIdx="2" presStyleCnt="3"/>
      <dgm:spPr/>
    </dgm:pt>
    <dgm:pt modelId="{9E2D97CA-1F70-4FB4-8A71-EBDEADFE8048}" type="pres">
      <dgm:prSet presAssocID="{2AC5F1D2-9CF8-415D-BBDD-5AC420E47EA0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F38F2605-9015-4553-BBA5-240C8668F8AC}" type="presOf" srcId="{EFB62116-7A12-43AF-9DC7-B4F755030DDE}" destId="{705BDC34-E477-41B3-AFFA-13E7AF311CCA}" srcOrd="0" destOrd="0" presId="urn:microsoft.com/office/officeart/2005/8/layout/chart3"/>
    <dgm:cxn modelId="{14C74117-6F89-4901-A954-58B02DCD8844}" type="presOf" srcId="{F4A651A8-A746-4B18-83F9-A0B59036E706}" destId="{7C46B882-C812-4802-B66D-97576B93814A}" srcOrd="1" destOrd="0" presId="urn:microsoft.com/office/officeart/2005/8/layout/chart3"/>
    <dgm:cxn modelId="{80F8161A-F83D-434D-80DD-758FAD59B65E}" srcId="{2AC5F1D2-9CF8-415D-BBDD-5AC420E47EA0}" destId="{610DA8C8-FB1C-432A-9C57-AFF90EE276FF}" srcOrd="0" destOrd="0" parTransId="{6A4F327C-EA5D-4D97-986E-A3B14F1EFC0A}" sibTransId="{8E1519C2-8CB1-4778-9DC8-5022BC808666}"/>
    <dgm:cxn modelId="{98138B37-6271-436A-AEDC-0E786B06CC55}" type="presOf" srcId="{2AC5F1D2-9CF8-415D-BBDD-5AC420E47EA0}" destId="{8E748675-F4A5-4AE0-84F2-0D8BBBAD1717}" srcOrd="0" destOrd="0" presId="urn:microsoft.com/office/officeart/2005/8/layout/chart3"/>
    <dgm:cxn modelId="{680C9152-A3E8-4F21-A887-53514A9F8D9E}" type="presOf" srcId="{EFB62116-7A12-43AF-9DC7-B4F755030DDE}" destId="{9E2D97CA-1F70-4FB4-8A71-EBDEADFE8048}" srcOrd="1" destOrd="0" presId="urn:microsoft.com/office/officeart/2005/8/layout/chart3"/>
    <dgm:cxn modelId="{9F12EB86-A4E8-48E4-A324-1F6B51ED0DDA}" type="presOf" srcId="{F4A651A8-A746-4B18-83F9-A0B59036E706}" destId="{3F55EE7F-31D1-4716-A7ED-61AD4DB6C3D5}" srcOrd="0" destOrd="0" presId="urn:microsoft.com/office/officeart/2005/8/layout/chart3"/>
    <dgm:cxn modelId="{A184CFC3-0475-49C7-B3F3-1D0284864C2F}" srcId="{2AC5F1D2-9CF8-415D-BBDD-5AC420E47EA0}" destId="{F4A651A8-A746-4B18-83F9-A0B59036E706}" srcOrd="1" destOrd="0" parTransId="{6523B86C-E09A-4A57-B5E0-032E9CE36761}" sibTransId="{281510CD-8BF7-4D1A-AF6A-2B357C7C41C8}"/>
    <dgm:cxn modelId="{D3F6D3F6-961B-4DA6-B917-9B30868EDF73}" type="presOf" srcId="{610DA8C8-FB1C-432A-9C57-AFF90EE276FF}" destId="{8408CE8B-55B5-42D8-A0C7-CE3BE1E563EE}" srcOrd="0" destOrd="0" presId="urn:microsoft.com/office/officeart/2005/8/layout/chart3"/>
    <dgm:cxn modelId="{8FFA01FB-3434-426A-8A22-B2C9C9EAC565}" srcId="{2AC5F1D2-9CF8-415D-BBDD-5AC420E47EA0}" destId="{EFB62116-7A12-43AF-9DC7-B4F755030DDE}" srcOrd="2" destOrd="0" parTransId="{F3D13DB9-74EA-4DC4-B2C3-7E18D89B3C30}" sibTransId="{BD7D18A0-F2FC-42C5-B801-E6255F17DAAE}"/>
    <dgm:cxn modelId="{AEF645FF-5051-4E88-A4F8-DBBA3042AD77}" type="presOf" srcId="{610DA8C8-FB1C-432A-9C57-AFF90EE276FF}" destId="{C11EB0DE-6521-4AB4-B4E8-AA58109CBD83}" srcOrd="1" destOrd="0" presId="urn:microsoft.com/office/officeart/2005/8/layout/chart3"/>
    <dgm:cxn modelId="{3D95CEE4-51B5-45A7-89BE-1D4FB95355D1}" type="presParOf" srcId="{8E748675-F4A5-4AE0-84F2-0D8BBBAD1717}" destId="{8408CE8B-55B5-42D8-A0C7-CE3BE1E563EE}" srcOrd="0" destOrd="0" presId="urn:microsoft.com/office/officeart/2005/8/layout/chart3"/>
    <dgm:cxn modelId="{83F779E2-7254-4C82-95EF-9DB8E8DD29C5}" type="presParOf" srcId="{8E748675-F4A5-4AE0-84F2-0D8BBBAD1717}" destId="{C11EB0DE-6521-4AB4-B4E8-AA58109CBD83}" srcOrd="1" destOrd="0" presId="urn:microsoft.com/office/officeart/2005/8/layout/chart3"/>
    <dgm:cxn modelId="{A3B6B28D-4F73-40FE-AA93-904445C68D03}" type="presParOf" srcId="{8E748675-F4A5-4AE0-84F2-0D8BBBAD1717}" destId="{3F55EE7F-31D1-4716-A7ED-61AD4DB6C3D5}" srcOrd="2" destOrd="0" presId="urn:microsoft.com/office/officeart/2005/8/layout/chart3"/>
    <dgm:cxn modelId="{015BA7F9-314B-44F7-B922-A3B562B6DD97}" type="presParOf" srcId="{8E748675-F4A5-4AE0-84F2-0D8BBBAD1717}" destId="{7C46B882-C812-4802-B66D-97576B93814A}" srcOrd="3" destOrd="0" presId="urn:microsoft.com/office/officeart/2005/8/layout/chart3"/>
    <dgm:cxn modelId="{7C43F2A6-1C67-445D-A5A5-F285C54BE397}" type="presParOf" srcId="{8E748675-F4A5-4AE0-84F2-0D8BBBAD1717}" destId="{705BDC34-E477-41B3-AFFA-13E7AF311CCA}" srcOrd="4" destOrd="0" presId="urn:microsoft.com/office/officeart/2005/8/layout/chart3"/>
    <dgm:cxn modelId="{B7376D96-BC0F-49CC-8491-285D886DCACF}" type="presParOf" srcId="{8E748675-F4A5-4AE0-84F2-0D8BBBAD1717}" destId="{9E2D97CA-1F70-4FB4-8A71-EBDEADFE8048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890E9C-2F44-4DA9-9135-47313320FA8E}">
      <dsp:nvSpPr>
        <dsp:cNvPr id="0" name=""/>
        <dsp:cNvSpPr/>
      </dsp:nvSpPr>
      <dsp:spPr>
        <a:xfrm rot="5400000">
          <a:off x="1577041" y="1106315"/>
          <a:ext cx="1035755" cy="90110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GO both hands free</a:t>
          </a:r>
          <a:endParaRPr lang="en-IN" sz="1200" kern="1200" dirty="0"/>
        </a:p>
      </dsp:txBody>
      <dsp:txXfrm rot="-5400000">
        <a:off x="1784788" y="1200396"/>
        <a:ext cx="620261" cy="712945"/>
      </dsp:txXfrm>
    </dsp:sp>
    <dsp:sp modelId="{A3658BBB-BF73-4479-8AD8-D6A6D576482F}">
      <dsp:nvSpPr>
        <dsp:cNvPr id="0" name=""/>
        <dsp:cNvSpPr/>
      </dsp:nvSpPr>
      <dsp:spPr>
        <a:xfrm>
          <a:off x="2572816" y="1246142"/>
          <a:ext cx="1155903" cy="621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B9E1AD-200D-4CE8-B4D2-53C2D77AB713}">
      <dsp:nvSpPr>
        <dsp:cNvPr id="0" name=""/>
        <dsp:cNvSpPr/>
      </dsp:nvSpPr>
      <dsp:spPr>
        <a:xfrm rot="5400000">
          <a:off x="603845" y="1106315"/>
          <a:ext cx="1035755" cy="90110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 rot="-5400000">
        <a:off x="811592" y="1200396"/>
        <a:ext cx="620261" cy="712945"/>
      </dsp:txXfrm>
    </dsp:sp>
    <dsp:sp modelId="{607ED704-EFB1-4915-8047-D91ADC7D8671}">
      <dsp:nvSpPr>
        <dsp:cNvPr id="0" name=""/>
        <dsp:cNvSpPr/>
      </dsp:nvSpPr>
      <dsp:spPr>
        <a:xfrm rot="5400000">
          <a:off x="1088579" y="1985464"/>
          <a:ext cx="1035755" cy="90110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NIGHT AND DAY</a:t>
          </a:r>
          <a:endParaRPr lang="en-IN" sz="1200" kern="1200" dirty="0"/>
        </a:p>
      </dsp:txBody>
      <dsp:txXfrm rot="-5400000">
        <a:off x="1296326" y="2079545"/>
        <a:ext cx="620261" cy="712945"/>
      </dsp:txXfrm>
    </dsp:sp>
    <dsp:sp modelId="{1429EBCA-C5F4-4009-89C0-02018748ABB7}">
      <dsp:nvSpPr>
        <dsp:cNvPr id="0" name=""/>
        <dsp:cNvSpPr/>
      </dsp:nvSpPr>
      <dsp:spPr>
        <a:xfrm>
          <a:off x="0" y="2125291"/>
          <a:ext cx="1118616" cy="621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 dirty="0"/>
        </a:p>
      </dsp:txBody>
      <dsp:txXfrm>
        <a:off x="0" y="2125291"/>
        <a:ext cx="1118616" cy="621453"/>
      </dsp:txXfrm>
    </dsp:sp>
    <dsp:sp modelId="{C38C29A2-ABF5-4489-875C-50FCA90CA63F}">
      <dsp:nvSpPr>
        <dsp:cNvPr id="0" name=""/>
        <dsp:cNvSpPr/>
      </dsp:nvSpPr>
      <dsp:spPr>
        <a:xfrm rot="5400000">
          <a:off x="2061775" y="1985464"/>
          <a:ext cx="1035755" cy="90110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 rot="-5400000">
        <a:off x="2269522" y="2079545"/>
        <a:ext cx="620261" cy="712945"/>
      </dsp:txXfrm>
    </dsp:sp>
    <dsp:sp modelId="{54917053-B98F-489F-8BAD-262069F35107}">
      <dsp:nvSpPr>
        <dsp:cNvPr id="0" name=""/>
        <dsp:cNvSpPr/>
      </dsp:nvSpPr>
      <dsp:spPr>
        <a:xfrm rot="5400000">
          <a:off x="1577041" y="2864614"/>
          <a:ext cx="1035755" cy="90110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Both hands free</a:t>
          </a:r>
          <a:endParaRPr lang="en-IN" sz="1200" kern="1200" dirty="0"/>
        </a:p>
      </dsp:txBody>
      <dsp:txXfrm rot="-5400000">
        <a:off x="1784788" y="2958695"/>
        <a:ext cx="620261" cy="712945"/>
      </dsp:txXfrm>
    </dsp:sp>
    <dsp:sp modelId="{6AC3655E-DC11-4D0A-B0AC-DC1D6E2C70E2}">
      <dsp:nvSpPr>
        <dsp:cNvPr id="0" name=""/>
        <dsp:cNvSpPr/>
      </dsp:nvSpPr>
      <dsp:spPr>
        <a:xfrm>
          <a:off x="2572816" y="3004441"/>
          <a:ext cx="1155903" cy="621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 dirty="0"/>
        </a:p>
      </dsp:txBody>
      <dsp:txXfrm>
        <a:off x="2572816" y="3004441"/>
        <a:ext cx="1155903" cy="621453"/>
      </dsp:txXfrm>
    </dsp:sp>
    <dsp:sp modelId="{A5635C56-ED11-470D-96CA-C47F1D0E7930}">
      <dsp:nvSpPr>
        <dsp:cNvPr id="0" name=""/>
        <dsp:cNvSpPr/>
      </dsp:nvSpPr>
      <dsp:spPr>
        <a:xfrm rot="5400000">
          <a:off x="146037" y="1984180"/>
          <a:ext cx="1035755" cy="90110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 rot="-5400000">
        <a:off x="353784" y="2078261"/>
        <a:ext cx="620261" cy="7129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08CE8B-55B5-42D8-A0C7-CE3BE1E563EE}">
      <dsp:nvSpPr>
        <dsp:cNvPr id="0" name=""/>
        <dsp:cNvSpPr/>
      </dsp:nvSpPr>
      <dsp:spPr>
        <a:xfrm>
          <a:off x="957249" y="173507"/>
          <a:ext cx="2159203" cy="2159203"/>
        </a:xfrm>
        <a:prstGeom prst="pie">
          <a:avLst>
            <a:gd name="adj1" fmla="val 16200000"/>
            <a:gd name="adj2" fmla="val 18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12+hours operation</a:t>
          </a:r>
          <a:endParaRPr lang="en-IN" sz="1300" kern="1200" dirty="0"/>
        </a:p>
      </dsp:txBody>
      <dsp:txXfrm>
        <a:off x="2131187" y="571931"/>
        <a:ext cx="732586" cy="719734"/>
      </dsp:txXfrm>
    </dsp:sp>
    <dsp:sp modelId="{3F55EE7F-31D1-4716-A7ED-61AD4DB6C3D5}">
      <dsp:nvSpPr>
        <dsp:cNvPr id="0" name=""/>
        <dsp:cNvSpPr/>
      </dsp:nvSpPr>
      <dsp:spPr>
        <a:xfrm>
          <a:off x="845947" y="237769"/>
          <a:ext cx="2159203" cy="2159203"/>
        </a:xfrm>
        <a:prstGeom prst="pie">
          <a:avLst>
            <a:gd name="adj1" fmla="val 1800000"/>
            <a:gd name="adj2" fmla="val 90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Solar charging</a:t>
          </a:r>
          <a:endParaRPr lang="en-IN" sz="1300" kern="1200" dirty="0"/>
        </a:p>
      </dsp:txBody>
      <dsp:txXfrm>
        <a:off x="1437157" y="1600123"/>
        <a:ext cx="976782" cy="668324"/>
      </dsp:txXfrm>
    </dsp:sp>
    <dsp:sp modelId="{705BDC34-E477-41B3-AFFA-13E7AF311CCA}">
      <dsp:nvSpPr>
        <dsp:cNvPr id="0" name=""/>
        <dsp:cNvSpPr/>
      </dsp:nvSpPr>
      <dsp:spPr>
        <a:xfrm>
          <a:off x="845947" y="237769"/>
          <a:ext cx="2159203" cy="2159203"/>
        </a:xfrm>
        <a:prstGeom prst="pie">
          <a:avLst>
            <a:gd name="adj1" fmla="val 90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AI for better accuracy</a:t>
          </a:r>
          <a:endParaRPr lang="en-IN" sz="1300" kern="1200" dirty="0"/>
        </a:p>
      </dsp:txBody>
      <dsp:txXfrm>
        <a:off x="1077290" y="661898"/>
        <a:ext cx="732586" cy="7197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12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458E9-628B-AD89-5C2A-A4F402F028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FABF1A-969E-C3A7-B210-A4252968C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55FEF-A024-D577-8941-B9FCBC88F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B381-D869-4796-8222-8B3B4447407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12C03-FADC-44F1-A585-637D5434C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B4A95-E8E2-06D4-706E-E3709D9EC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D68F1-3BC9-4BBF-A397-8AB622C35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280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4316B-1128-8758-AEF1-E53D913E2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0793A-F4A7-32C1-35BB-F31403D48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8A7C8-4FFB-AE6A-373E-AA27A0F57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B381-D869-4796-8222-8B3B4447407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2C74B-B2E9-8437-FA6E-77273659B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FF1F8-3C5A-AB0B-FA57-73168EE6C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D68F1-3BC9-4BBF-A397-8AB622C35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329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FD558-6A13-2FEA-19E3-5C838E9C0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6F4F8-9BBE-4005-0AAA-7FB6E860C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C7832-E424-2134-1E85-C22C10B9B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B381-D869-4796-8222-8B3B4447407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5BC50-5C69-9DF8-B387-B5357D751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EAFF5-0067-D9A5-C241-6534113D2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D68F1-3BC9-4BBF-A397-8AB622C35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88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6258C-1A20-1C58-6516-CCD7D1923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26E80-8E03-62AD-5930-6EF9E7543A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A41C20-9355-3E50-E028-114F3C0823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197CC-3DF7-811A-1267-4D3A46E6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B381-D869-4796-8222-8B3B4447407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BA014-B505-68E9-3C5D-C90A3D2B7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459ED-95E8-5221-6903-736CA6F79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D68F1-3BC9-4BBF-A397-8AB622C35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542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A1F38-BE84-FDF8-77AE-2971A6CF7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6CE86-87AF-5F36-9A89-C9482553D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A973D6-AD00-D889-D665-E73E4B6EF7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D87FF5-B9F4-FBCE-26D7-B632877D55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F86C5A-6EC2-5B56-6792-BDD2875EBF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2DC9E8-F06A-A57D-33AA-97C92B8F2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B381-D869-4796-8222-8B3B4447407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86016F-56CC-38D7-9B29-2EA6B288A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877E54-BD07-5643-B4F1-1599F5C9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D68F1-3BC9-4BBF-A397-8AB622C35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45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88E2B-4DB7-9B89-BAD7-F39EBDD15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2BE280-ADE7-8192-C7E5-1EFC315EC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B381-D869-4796-8222-8B3B4447407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27F9C3-774A-91C8-0EEB-1DC7F5CE9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25D349-DCB4-0FB4-8257-A02885879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D68F1-3BC9-4BBF-A397-8AB622C35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392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B193ED-C31E-7D3E-3561-6AC12F134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B381-D869-4796-8222-8B3B4447407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61CD21-DE02-C6CC-381D-FA6C13F6D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6422A-2C34-8A15-56DD-469E3760E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D68F1-3BC9-4BBF-A397-8AB622C35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037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40E17-1322-8069-A9F6-37D51E209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F628A-6B9B-AE36-EB36-9DB273171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CBAC09-D7BB-5342-E7BB-10E41F1D7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C7018-37D8-D806-4317-94BC527FE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B381-D869-4796-8222-8B3B4447407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3D91B-DAFD-156F-85FB-98717946C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D07890-C4B9-826B-29C0-79E7FA458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D68F1-3BC9-4BBF-A397-8AB622C35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234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3D77F-8120-0BA5-B267-D6D7D2797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A73041-687B-6290-5649-4BFC438009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3F9DA6-74A5-809F-791A-C2FB5929B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B3776-C5A2-D6CA-A458-D8085520D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B381-D869-4796-8222-8B3B4447407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8B09E-BE7D-DAB2-F183-D35C0D373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D07AF-FD37-5AF9-F106-B23162773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D68F1-3BC9-4BBF-A397-8AB622C35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85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BEEEA-CF68-CF5A-2189-EFCAF1CBF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CB0F5E-6D0A-EF5E-0EFE-41C15A4A0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0B404-7E8A-889A-06B1-311DD7BD8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B381-D869-4796-8222-8B3B4447407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E0A09-50FB-DA66-C141-EA3D503B5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39DEF-606C-473F-1258-40C4A72D0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D68F1-3BC9-4BBF-A397-8AB622C35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066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9DE3C5-E58C-3D3D-28ED-4F264A9E8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A1B628-E104-CD22-E454-E1D540C67E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C30EC-9449-0490-2FDB-39E02514A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B381-D869-4796-8222-8B3B4447407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270BB-2ADB-33E0-2638-44363084B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7E92A-F38C-A963-0B2A-85A48C378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D68F1-3BC9-4BBF-A397-8AB622C35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528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CC102E-8904-40C4-83C0-F0E131CBF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CD3F2-5310-4F22-8AFD-D9632B744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34297-8284-79D9-4F52-244E5D372B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B0B381-D869-4796-8222-8B3B4447407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F5BDD-2EC1-B0D7-0763-AB763A8C38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377DB-4928-2FE1-6F50-B73D09B1CE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CD68F1-3BC9-4BBF-A397-8AB622C35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911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jp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.jp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 /><Relationship Id="rId3" Type="http://schemas.openxmlformats.org/officeDocument/2006/relationships/image" Target="../media/image5.svg" /><Relationship Id="rId7" Type="http://schemas.openxmlformats.org/officeDocument/2006/relationships/diagramQuickStyle" Target="../diagrams/quickStyle1.xml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Relationship Id="rId6" Type="http://schemas.openxmlformats.org/officeDocument/2006/relationships/diagramLayout" Target="../diagrams/layout1.xml" /><Relationship Id="rId5" Type="http://schemas.openxmlformats.org/officeDocument/2006/relationships/diagramData" Target="../diagrams/data1.xml" /><Relationship Id="rId4" Type="http://schemas.openxmlformats.org/officeDocument/2006/relationships/image" Target="../media/image3.jpg" /><Relationship Id="rId9" Type="http://schemas.microsoft.com/office/2007/relationships/diagramDrawing" Target="../diagrams/drawing1.xml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 /><Relationship Id="rId13" Type="http://schemas.openxmlformats.org/officeDocument/2006/relationships/diagramColors" Target="../diagrams/colors2.xml" /><Relationship Id="rId3" Type="http://schemas.openxmlformats.org/officeDocument/2006/relationships/hyperlink" Target="https://www.wikipedia.org/" TargetMode="External" /><Relationship Id="rId7" Type="http://schemas.openxmlformats.org/officeDocument/2006/relationships/image" Target="../media/image2.png" /><Relationship Id="rId12" Type="http://schemas.openxmlformats.org/officeDocument/2006/relationships/diagramQuickStyle" Target="../diagrams/quickStyle2.xml" /><Relationship Id="rId2" Type="http://schemas.openxmlformats.org/officeDocument/2006/relationships/hyperlink" Target="https://wikimediafoundation.org/" TargetMode="External" /><Relationship Id="rId1" Type="http://schemas.openxmlformats.org/officeDocument/2006/relationships/slideLayout" Target="../slideLayouts/slideLayout2.xml" /><Relationship Id="rId6" Type="http://schemas.openxmlformats.org/officeDocument/2006/relationships/hyperlink" Target="https://www.allaboutcircuits.com/" TargetMode="External" /><Relationship Id="rId11" Type="http://schemas.openxmlformats.org/officeDocument/2006/relationships/diagramLayout" Target="../diagrams/layout2.xml" /><Relationship Id="rId5" Type="http://schemas.openxmlformats.org/officeDocument/2006/relationships/hyperlink" Target="http://www.amazononline.com/" TargetMode="External" /><Relationship Id="rId10" Type="http://schemas.openxmlformats.org/officeDocument/2006/relationships/diagramData" Target="../diagrams/data2.xml" /><Relationship Id="rId4" Type="http://schemas.openxmlformats.org/officeDocument/2006/relationships/hyperlink" Target="http://www.google.com/" TargetMode="External" /><Relationship Id="rId9" Type="http://schemas.openxmlformats.org/officeDocument/2006/relationships/chart" Target="../charts/chart1.xml" /><Relationship Id="rId14" Type="http://schemas.microsoft.com/office/2007/relationships/diagramDrawing" Target="../diagrams/drawing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CB853FF-F278-A0DF-E52D-19CAF2E70A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8175454" y="1687284"/>
            <a:ext cx="4147173" cy="4027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39CFEC-1153-7D56-0B90-01D4B2D71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5743" y="275772"/>
            <a:ext cx="7010400" cy="662894"/>
          </a:xfrm>
        </p:spPr>
        <p:txBody>
          <a:bodyPr>
            <a:noAutofit/>
          </a:bodyPr>
          <a:lstStyle/>
          <a:p>
            <a:r>
              <a:rPr lang="en-US" sz="3000" b="1" u="sng" dirty="0">
                <a:latin typeface="Arial Rounded MT Bold" panose="020F0704030504030204" pitchFamily="34" charset="0"/>
              </a:rPr>
              <a:t>SMART INDIA HACKATHON 2025</a:t>
            </a:r>
            <a:endParaRPr lang="en-IN" sz="3000" b="1" u="sng" dirty="0">
              <a:latin typeface="Arial Rounded MT Bold" panose="020F0704030504030204" pitchFamily="34" charset="0"/>
            </a:endParaRP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0C6C4235-869E-63DD-C0CB-692EFE0E0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0800000" flipV="1">
            <a:off x="8175454" y="1870981"/>
            <a:ext cx="3842375" cy="4027714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100707-5A62-13A5-C66D-53B3857C0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8709" y="-505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1BDC81-B7BE-1446-B7EC-8E12D151B2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10" y="0"/>
            <a:ext cx="1389949" cy="1301352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6191F83-9749-B17D-9B09-62E0DECC9B59}"/>
              </a:ext>
            </a:extLst>
          </p:cNvPr>
          <p:cNvSpPr txBox="1"/>
          <p:nvPr/>
        </p:nvSpPr>
        <p:spPr>
          <a:xfrm>
            <a:off x="610194" y="1578428"/>
            <a:ext cx="7096892" cy="46866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–25114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Student innovation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MedTech/Bio Tech/HealthTech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Echoeyes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Crew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626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EFA02-728A-829A-C1E4-EF82BDFDC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063" y="148046"/>
            <a:ext cx="7925480" cy="1631635"/>
          </a:xfrm>
        </p:spPr>
        <p:txBody>
          <a:bodyPr>
            <a:normAutofit/>
          </a:bodyPr>
          <a:lstStyle/>
          <a:p>
            <a:r>
              <a:rPr lang="en-US" sz="2200" b="1" u="sng" dirty="0">
                <a:solidFill>
                  <a:srgbClr val="7030A0"/>
                </a:solidFill>
                <a:latin typeface="Arial Black" panose="020B0A04020102020204" pitchFamily="34" charset="0"/>
              </a:rPr>
              <a:t>SEEING THE FUTURE : BLIND SENSOR GOGGLES</a:t>
            </a:r>
            <a:br>
              <a:rPr lang="en-US" sz="2800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br>
              <a:rPr lang="en-US" sz="2800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en-US" sz="1800" dirty="0">
                <a:solidFill>
                  <a:schemeClr val="accent6"/>
                </a:solidFill>
              </a:rPr>
              <a:t>wearable smart goggles with sensors &amp; AI-detect obstacles, guide user via vibe &amp; voice , and unlock true independence</a:t>
            </a:r>
            <a:endParaRPr lang="en-IN" sz="1800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4DCA4-B5D3-87C2-F2C3-EF5A0008D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11" y="1779681"/>
            <a:ext cx="8463110" cy="4031839"/>
          </a:xfr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txBody>
          <a:bodyPr>
            <a:normAutofit fontScale="92500"/>
          </a:bodyPr>
          <a:lstStyle/>
          <a:p>
            <a:r>
              <a:rPr lang="en-US" dirty="0"/>
              <a:t>Smart goggles detect obstacles using ultrasonic sensor . immediate feedback provided through vibration and audio alerts. Compact design ensure comfortable , daily wear. </a:t>
            </a:r>
          </a:p>
          <a:p>
            <a:r>
              <a:rPr lang="en-US" dirty="0"/>
              <a:t>Enable safe navigation for visually impaired users. Alert user about nearby hazards in real-time. Reduce dependency on physical aids or assistance.</a:t>
            </a:r>
          </a:p>
          <a:p>
            <a:r>
              <a:rPr lang="en-US" dirty="0"/>
              <a:t>Integrates advance sensor within wearable eyewear. Offers multi-model alert for greater accessibility . Efficient affordable and easy-to-use solution for daily life.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DD819B-C374-46F4-DE31-DACD04BAF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8709" y="-505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EB5074-57B1-C055-CFBA-3155FB514E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10" y="0"/>
            <a:ext cx="1389949" cy="1301352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1691792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6B284-1E3F-5AF9-6FFB-0B0E81001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4328" y="207732"/>
            <a:ext cx="6063343" cy="1253435"/>
          </a:xfrm>
        </p:spPr>
        <p:txBody>
          <a:bodyPr>
            <a:normAutofit fontScale="90000"/>
          </a:bodyPr>
          <a:lstStyle/>
          <a:p>
            <a:r>
              <a:rPr lang="en-US" u="sng" dirty="0">
                <a:solidFill>
                  <a:schemeClr val="accent6"/>
                </a:solidFill>
                <a:latin typeface="Arial Black" panose="020B0A04020102020204" pitchFamily="34" charset="0"/>
              </a:rPr>
              <a:t>Technical approach</a:t>
            </a:r>
            <a:endParaRPr lang="en-IN" u="sng" dirty="0">
              <a:solidFill>
                <a:schemeClr val="accent6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88C4B-C5CD-D5A8-5AD7-DF4C89E12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6200" y="1620982"/>
            <a:ext cx="8229601" cy="4506131"/>
          </a:xfr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 Ultrasonic sensors at the front and sides for obstacles detection. IR TOF or LIDAR for precise near-field mapping. Vibration motors at the temples for   instant haptic feedback. Bone conduction speaker for clear voice alerts without blocking the ears . A microcontroller ( ESP32/Arduino)as the brain. Rechargeable lithium ion batteries for portability.</a:t>
            </a:r>
          </a:p>
          <a:p>
            <a:r>
              <a:rPr lang="en-US" dirty="0"/>
              <a:t>Design and build circuit prototype : Start device and assemble components  (Arduino, Sensors, Feedback units)</a:t>
            </a:r>
          </a:p>
          <a:p>
            <a:r>
              <a:rPr lang="en-US" dirty="0"/>
              <a:t>Sensor initialization : Program sensor-based detection logic as the microcontroller starts.</a:t>
            </a:r>
          </a:p>
          <a:p>
            <a:r>
              <a:rPr lang="en-IN" dirty="0"/>
              <a:t>Obstacles Detection : Ultrasonic sensors actively scan for nearby obstacles .</a:t>
            </a:r>
          </a:p>
          <a:p>
            <a:r>
              <a:rPr lang="en-IN" dirty="0"/>
              <a:t>Is Obstacles Near : Device processes sensor data to check if distance threshold is met.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2F056B-361B-7445-D735-DF15AC72A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8709" y="-505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5C5337-F74B-68FA-94FA-DE762AB0E6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71" y="1620982"/>
            <a:ext cx="3712029" cy="44324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4884A7-35D2-E09F-A98B-CA2B18DB8A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10" y="0"/>
            <a:ext cx="1389949" cy="1301352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875D91D0-D1D0-E674-FA80-D1CAE5BA18D1}"/>
              </a:ext>
            </a:extLst>
          </p:cNvPr>
          <p:cNvSpPr/>
          <p:nvPr/>
        </p:nvSpPr>
        <p:spPr>
          <a:xfrm flipV="1">
            <a:off x="3973286" y="1926771"/>
            <a:ext cx="45719" cy="87086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6695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04BC7-3E5E-1F19-72B6-DDE6C1715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212" y="604639"/>
            <a:ext cx="6597423" cy="992655"/>
          </a:xfrm>
        </p:spPr>
        <p:txBody>
          <a:bodyPr>
            <a:normAutofit/>
          </a:bodyPr>
          <a:lstStyle/>
          <a:p>
            <a:r>
              <a:rPr lang="en-US" sz="3600" u="sng" dirty="0">
                <a:solidFill>
                  <a:srgbClr val="00B050"/>
                </a:solidFill>
                <a:latin typeface="Arial Black" panose="020B0A04020102020204" pitchFamily="34" charset="0"/>
              </a:rPr>
              <a:t>Feasibility and viability</a:t>
            </a:r>
            <a:endParaRPr lang="en-IN" sz="3600" u="sng" dirty="0">
              <a:solidFill>
                <a:srgbClr val="00B05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A3EB4-FF56-87C9-176B-B6754C3E4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1734073"/>
            <a:ext cx="9748520" cy="4351338"/>
          </a:xfr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txBody>
          <a:bodyPr/>
          <a:lstStyle/>
          <a:p>
            <a:endParaRPr lang="en-US" dirty="0"/>
          </a:p>
          <a:p>
            <a:r>
              <a:rPr lang="en-US" dirty="0"/>
              <a:t>Analysis and feasibility : Affordable and easy to assemble using available components. Comfortable for people to use everyday.</a:t>
            </a:r>
          </a:p>
          <a:p>
            <a:r>
              <a:rPr lang="en-US" dirty="0"/>
              <a:t>Potential challenges and risks : Sensor accuracy in crowded environments. Battery life and device durability.</a:t>
            </a:r>
          </a:p>
          <a:p>
            <a:r>
              <a:rPr lang="en-US" dirty="0"/>
              <a:t>Strategies for overcoming challenges : Adjust sensor so they work better in different places. Choose strong battery and use a tough case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DC35AB-5E12-390D-9ABB-AB429504F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8709" y="-505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699FF7-178F-56B7-0BD0-B723F16435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10" y="0"/>
            <a:ext cx="1389949" cy="1301352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319542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6327-385E-BD0F-2DD2-05EDE6030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370" y="286603"/>
            <a:ext cx="9381309" cy="1450757"/>
          </a:xfrm>
        </p:spPr>
        <p:txBody>
          <a:bodyPr/>
          <a:lstStyle/>
          <a:p>
            <a:r>
              <a:rPr lang="en-US" u="sng" dirty="0">
                <a:latin typeface="Arial Black" panose="020B0A04020102020204" pitchFamily="34" charset="0"/>
              </a:rPr>
              <a:t>Impact and benefits</a:t>
            </a:r>
            <a:endParaRPr lang="en-IN" u="sng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A5E46-9A6A-4812-2C27-75DC24118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1588461"/>
            <a:ext cx="8473441" cy="4180914"/>
          </a:xfr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txBody>
          <a:bodyPr>
            <a:normAutofit fontScale="92500" lnSpcReduction="20000"/>
          </a:bodyPr>
          <a:lstStyle/>
          <a:p>
            <a:r>
              <a:rPr lang="en-US" dirty="0"/>
              <a:t>Potential impact on target audience : Improve safety and confidence for visually impaired people. Promotes independent movement.</a:t>
            </a:r>
          </a:p>
          <a:p>
            <a:r>
              <a:rPr lang="en-US" dirty="0"/>
              <a:t>Impact and benefits : Hands-free, Real-time: Go where you want with confidence, both hands free.</a:t>
            </a:r>
          </a:p>
          <a:p>
            <a:r>
              <a:rPr lang="en-US" dirty="0"/>
              <a:t> Night and Day: Works in total darkness-rocks during power cuts or fog.</a:t>
            </a:r>
          </a:p>
          <a:p>
            <a:r>
              <a:rPr lang="en-US" dirty="0"/>
              <a:t>Future : App sync, live tracking ,SOS,  Custom haptic patterns.</a:t>
            </a:r>
          </a:p>
          <a:p>
            <a:r>
              <a:rPr lang="en-US" dirty="0"/>
              <a:t>             </a:t>
            </a:r>
            <a:r>
              <a:rPr lang="en-US" sz="2800" b="1" u="sng" dirty="0"/>
              <a:t>285M </a:t>
            </a:r>
            <a:r>
              <a:rPr lang="en-US" sz="2800" dirty="0"/>
              <a:t>Visually impaired people worldwide</a:t>
            </a:r>
          </a:p>
          <a:p>
            <a:r>
              <a:rPr lang="en-US" sz="2800" dirty="0"/>
              <a:t>          </a:t>
            </a:r>
            <a:r>
              <a:rPr lang="en-US" sz="2800" b="1" u="sng" dirty="0"/>
              <a:t>39M </a:t>
            </a:r>
            <a:r>
              <a:rPr lang="en-US" sz="2800" dirty="0"/>
              <a:t>Completely blind individuals </a:t>
            </a:r>
          </a:p>
          <a:p>
            <a:pPr marL="0" indent="0">
              <a:buNone/>
            </a:pPr>
            <a:endParaRPr lang="en-IN" sz="2800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8A6E84-3F48-20B0-22C2-AE99DCD18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5870" y="0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phic 6" descr="Bar graph with upward trend with solid fill">
            <a:extLst>
              <a:ext uri="{FF2B5EF4-FFF2-40B4-BE49-F238E27FC236}">
                <a16:creationId xmlns:a16="http://schemas.microsoft.com/office/drawing/2014/main" id="{7DFD8102-0A05-067D-F575-9B88670C35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681" y="4680857"/>
            <a:ext cx="629920" cy="287383"/>
          </a:xfrm>
          <a:prstGeom prst="rect">
            <a:avLst/>
          </a:prstGeom>
        </p:spPr>
      </p:pic>
      <p:pic>
        <p:nvPicPr>
          <p:cNvPr id="9" name="Graphic 8" descr="Bar graph with upward trend with solid fill">
            <a:extLst>
              <a:ext uri="{FF2B5EF4-FFF2-40B4-BE49-F238E27FC236}">
                <a16:creationId xmlns:a16="http://schemas.microsoft.com/office/drawing/2014/main" id="{58F01CDA-2995-2560-C5F2-9378C85399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975667"/>
            <a:ext cx="629920" cy="4004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B9636C-73B0-90C2-5B5F-B635DC8482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10" y="0"/>
            <a:ext cx="1389949" cy="1301352"/>
          </a:xfrm>
          <a:prstGeom prst="rect">
            <a:avLst/>
          </a:prstGeom>
          <a:effectLst>
            <a:softEdge rad="63500"/>
          </a:effectLst>
        </p:spPr>
      </p:pic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9EC4E036-1E04-7388-AE10-720E9B8022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8159497"/>
              </p:ext>
            </p:extLst>
          </p:nvPr>
        </p:nvGraphicFramePr>
        <p:xfrm>
          <a:off x="8600441" y="1122868"/>
          <a:ext cx="3728720" cy="4872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161840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88C74-4813-1FFB-8CC0-A437B41B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2086" y="650676"/>
            <a:ext cx="7946571" cy="862226"/>
          </a:xfrm>
        </p:spPr>
        <p:txBody>
          <a:bodyPr>
            <a:normAutofit/>
          </a:bodyPr>
          <a:lstStyle/>
          <a:p>
            <a:r>
              <a:rPr lang="en-US" sz="2800" u="sng" dirty="0">
                <a:latin typeface="Arial Black" panose="020B0A04020102020204" pitchFamily="34" charset="0"/>
              </a:rPr>
              <a:t>Limitations and research &amp; references</a:t>
            </a:r>
            <a:endParaRPr lang="en-IN" sz="2800" u="sng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439C3-BCFC-DAEB-AE09-BF1EB1147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9520" y="1773545"/>
            <a:ext cx="9950994" cy="4177202"/>
          </a:xfr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txBody>
          <a:bodyPr>
            <a:normAutofit fontScale="92500" lnSpcReduction="20000"/>
          </a:bodyPr>
          <a:lstStyle/>
          <a:p>
            <a:r>
              <a:rPr lang="en-US" dirty="0"/>
              <a:t>Limitations &amp; Challenges : Battery life is short in existing solutions; aim for 12+ hours operation , considering solar charging. Ultrasonic sensors may not work well in noisy/ crowded areas; exploring multi-sensor fusion and AI for better accuracy. Privacy concerns with personal data; solution focuses on on-device data processing only</a:t>
            </a:r>
          </a:p>
          <a:p>
            <a:r>
              <a:rPr lang="en-US" dirty="0"/>
              <a:t>LINKS:-</a:t>
            </a:r>
          </a:p>
          <a:p>
            <a:r>
              <a:rPr lang="en-US" dirty="0">
                <a:hlinkClick r:id="rId2"/>
              </a:rPr>
              <a:t>https://wikimediafoundation.org</a:t>
            </a:r>
            <a:endParaRPr lang="en-US" dirty="0"/>
          </a:p>
          <a:p>
            <a:r>
              <a:rPr lang="en-US" dirty="0">
                <a:hlinkClick r:id="rId3"/>
              </a:rPr>
              <a:t>https://www.Wikipedia.org</a:t>
            </a:r>
            <a:endParaRPr lang="en-US" dirty="0"/>
          </a:p>
          <a:p>
            <a:r>
              <a:rPr lang="en-US" dirty="0">
                <a:hlinkClick r:id="rId4"/>
              </a:rPr>
              <a:t>www.google.com</a:t>
            </a:r>
            <a:endParaRPr lang="en-US" dirty="0"/>
          </a:p>
          <a:p>
            <a:r>
              <a:rPr lang="en-IN" dirty="0">
                <a:hlinkClick r:id="rId5"/>
              </a:rPr>
              <a:t>www.amazononline.com</a:t>
            </a:r>
            <a:endParaRPr lang="en-IN" dirty="0"/>
          </a:p>
          <a:p>
            <a:r>
              <a:rPr lang="en-IN" dirty="0">
                <a:hlinkClick r:id="rId6"/>
              </a:rPr>
              <a:t>https://www.allaboutcircuits.com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C5499C-2C87-F184-9261-B196A8EA5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8709" y="-505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662E1A-2F52-4398-635F-E704A0BB621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10" y="0"/>
            <a:ext cx="1389949" cy="1301352"/>
          </a:xfrm>
          <a:prstGeom prst="rect">
            <a:avLst/>
          </a:prstGeom>
          <a:effectLst>
            <a:softEdge rad="63500"/>
          </a:effectLst>
        </p:spPr>
      </p:pic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AC0CDAAD-5A9D-675C-9B32-B8D22D5D14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6438176"/>
              </p:ext>
            </p:extLst>
          </p:nvPr>
        </p:nvGraphicFramePr>
        <p:xfrm>
          <a:off x="2182949" y="65067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45FABB5A-F6EE-11AD-A997-A5FE292FDF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4309242"/>
              </p:ext>
            </p:extLst>
          </p:nvPr>
        </p:nvGraphicFramePr>
        <p:xfrm>
          <a:off x="6197600" y="3251201"/>
          <a:ext cx="3962400" cy="2570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</p:spTree>
    <p:extLst>
      <p:ext uri="{BB962C8B-B14F-4D97-AF65-F5344CB8AC3E}">
        <p14:creationId xmlns:p14="http://schemas.microsoft.com/office/powerpoint/2010/main" val="4195977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480</TotalTime>
  <Words>511</Words>
  <Application>Microsoft Office PowerPoint</Application>
  <PresentationFormat>Widescreen</PresentationFormat>
  <Paragraphs>46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2025</vt:lpstr>
      <vt:lpstr>SEEING THE FUTURE : BLIND SENSOR GOGGLES  wearable smart goggles with sensors &amp; AI-detect obstacles, guide user via vibe &amp; voice , and unlock true independence</vt:lpstr>
      <vt:lpstr>Technical approach</vt:lpstr>
      <vt:lpstr>Feasibility and viability</vt:lpstr>
      <vt:lpstr>Impact and benefits</vt:lpstr>
      <vt:lpstr>Limitations and research &amp;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2025</dc:title>
  <dc:creator>Ashish kumar</dc:creator>
  <cp:lastModifiedBy>PARTHIV S</cp:lastModifiedBy>
  <cp:revision>11</cp:revision>
  <dcterms:created xsi:type="dcterms:W3CDTF">2025-09-18T11:37:54Z</dcterms:created>
  <dcterms:modified xsi:type="dcterms:W3CDTF">2026-05-08T10:25:20Z</dcterms:modified>
</cp:coreProperties>
</file>